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Lst>
  <p:sldSz cx="12192000" cy="6858000"/>
  <p:notesSz cx="6858000" cy="9144000"/>
  <p:defaultTex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9" autoAdjust="0"/>
    <p:restoredTop sz="94660"/>
  </p:normalViewPr>
  <p:slideViewPr>
    <p:cSldViewPr snapToGrid="0">
      <p:cViewPr varScale="1">
        <p:scale>
          <a:sx n="94" d="100"/>
          <a:sy n="94" d="100"/>
        </p:scale>
        <p:origin x="68" y="2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C8D4DF-5A18-043D-895D-9FBAB4203CA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DK"/>
          </a:p>
        </p:txBody>
      </p:sp>
      <p:sp>
        <p:nvSpPr>
          <p:cNvPr id="3" name="Subtitle 2">
            <a:extLst>
              <a:ext uri="{FF2B5EF4-FFF2-40B4-BE49-F238E27FC236}">
                <a16:creationId xmlns:a16="http://schemas.microsoft.com/office/drawing/2014/main" id="{0B8C7645-7E1E-8C4E-C57C-90C788CF42D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DK"/>
          </a:p>
        </p:txBody>
      </p:sp>
      <p:sp>
        <p:nvSpPr>
          <p:cNvPr id="4" name="Date Placeholder 3">
            <a:extLst>
              <a:ext uri="{FF2B5EF4-FFF2-40B4-BE49-F238E27FC236}">
                <a16:creationId xmlns:a16="http://schemas.microsoft.com/office/drawing/2014/main" id="{9E60974B-7B95-CDE7-7E04-C24244718762}"/>
              </a:ext>
            </a:extLst>
          </p:cNvPr>
          <p:cNvSpPr>
            <a:spLocks noGrp="1"/>
          </p:cNvSpPr>
          <p:nvPr>
            <p:ph type="dt" sz="half" idx="10"/>
          </p:nvPr>
        </p:nvSpPr>
        <p:spPr/>
        <p:txBody>
          <a:bodyPr/>
          <a:lstStyle/>
          <a:p>
            <a:fld id="{1163FC60-485B-4641-9E75-655267AD398B}" type="datetimeFigureOut">
              <a:rPr lang="en-DK" smtClean="0"/>
              <a:t>04/12/2025</a:t>
            </a:fld>
            <a:endParaRPr lang="en-DK"/>
          </a:p>
        </p:txBody>
      </p:sp>
      <p:sp>
        <p:nvSpPr>
          <p:cNvPr id="5" name="Footer Placeholder 4">
            <a:extLst>
              <a:ext uri="{FF2B5EF4-FFF2-40B4-BE49-F238E27FC236}">
                <a16:creationId xmlns:a16="http://schemas.microsoft.com/office/drawing/2014/main" id="{DD9C35D4-283B-64CE-5426-335DFDF00D50}"/>
              </a:ext>
            </a:extLst>
          </p:cNvPr>
          <p:cNvSpPr>
            <a:spLocks noGrp="1"/>
          </p:cNvSpPr>
          <p:nvPr>
            <p:ph type="ftr" sz="quarter" idx="11"/>
          </p:nvPr>
        </p:nvSpPr>
        <p:spPr/>
        <p:txBody>
          <a:bodyPr/>
          <a:lstStyle/>
          <a:p>
            <a:endParaRPr lang="en-DK"/>
          </a:p>
        </p:txBody>
      </p:sp>
      <p:sp>
        <p:nvSpPr>
          <p:cNvPr id="6" name="Slide Number Placeholder 5">
            <a:extLst>
              <a:ext uri="{FF2B5EF4-FFF2-40B4-BE49-F238E27FC236}">
                <a16:creationId xmlns:a16="http://schemas.microsoft.com/office/drawing/2014/main" id="{B0A9E5CE-BE4E-0F5F-1C81-2AF6C3C9B7C1}"/>
              </a:ext>
            </a:extLst>
          </p:cNvPr>
          <p:cNvSpPr>
            <a:spLocks noGrp="1"/>
          </p:cNvSpPr>
          <p:nvPr>
            <p:ph type="sldNum" sz="quarter" idx="12"/>
          </p:nvPr>
        </p:nvSpPr>
        <p:spPr/>
        <p:txBody>
          <a:bodyPr/>
          <a:lstStyle/>
          <a:p>
            <a:fld id="{77A60718-B2F0-4B6A-9E43-85E6FB467A54}" type="slidenum">
              <a:rPr lang="en-DK" smtClean="0"/>
              <a:t>‹#›</a:t>
            </a:fld>
            <a:endParaRPr lang="en-DK"/>
          </a:p>
        </p:txBody>
      </p:sp>
    </p:spTree>
    <p:extLst>
      <p:ext uri="{BB962C8B-B14F-4D97-AF65-F5344CB8AC3E}">
        <p14:creationId xmlns:p14="http://schemas.microsoft.com/office/powerpoint/2010/main" val="35477756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552B94-2E76-9574-FDA2-CA118B119586}"/>
              </a:ext>
            </a:extLst>
          </p:cNvPr>
          <p:cNvSpPr>
            <a:spLocks noGrp="1"/>
          </p:cNvSpPr>
          <p:nvPr>
            <p:ph type="title"/>
          </p:nvPr>
        </p:nvSpPr>
        <p:spPr/>
        <p:txBody>
          <a:bodyPr/>
          <a:lstStyle/>
          <a:p>
            <a:r>
              <a:rPr lang="en-US"/>
              <a:t>Click to edit Master title style</a:t>
            </a:r>
            <a:endParaRPr lang="en-DK"/>
          </a:p>
        </p:txBody>
      </p:sp>
      <p:sp>
        <p:nvSpPr>
          <p:cNvPr id="3" name="Content Placeholder 2">
            <a:extLst>
              <a:ext uri="{FF2B5EF4-FFF2-40B4-BE49-F238E27FC236}">
                <a16:creationId xmlns:a16="http://schemas.microsoft.com/office/drawing/2014/main" id="{0FE997AA-0109-197E-D4FD-33BAFA563D7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K"/>
          </a:p>
        </p:txBody>
      </p:sp>
      <p:sp>
        <p:nvSpPr>
          <p:cNvPr id="4" name="Date Placeholder 3">
            <a:extLst>
              <a:ext uri="{FF2B5EF4-FFF2-40B4-BE49-F238E27FC236}">
                <a16:creationId xmlns:a16="http://schemas.microsoft.com/office/drawing/2014/main" id="{53A85F71-49A0-C4B5-5156-42287BB08E7A}"/>
              </a:ext>
            </a:extLst>
          </p:cNvPr>
          <p:cNvSpPr>
            <a:spLocks noGrp="1"/>
          </p:cNvSpPr>
          <p:nvPr>
            <p:ph type="dt" sz="half" idx="10"/>
          </p:nvPr>
        </p:nvSpPr>
        <p:spPr/>
        <p:txBody>
          <a:bodyPr/>
          <a:lstStyle/>
          <a:p>
            <a:fld id="{1163FC60-485B-4641-9E75-655267AD398B}" type="datetimeFigureOut">
              <a:rPr lang="en-DK" smtClean="0"/>
              <a:t>04/12/2025</a:t>
            </a:fld>
            <a:endParaRPr lang="en-DK"/>
          </a:p>
        </p:txBody>
      </p:sp>
      <p:sp>
        <p:nvSpPr>
          <p:cNvPr id="5" name="Footer Placeholder 4">
            <a:extLst>
              <a:ext uri="{FF2B5EF4-FFF2-40B4-BE49-F238E27FC236}">
                <a16:creationId xmlns:a16="http://schemas.microsoft.com/office/drawing/2014/main" id="{3B75A6DD-E4D2-1D19-E226-84A6320E6DF6}"/>
              </a:ext>
            </a:extLst>
          </p:cNvPr>
          <p:cNvSpPr>
            <a:spLocks noGrp="1"/>
          </p:cNvSpPr>
          <p:nvPr>
            <p:ph type="ftr" sz="quarter" idx="11"/>
          </p:nvPr>
        </p:nvSpPr>
        <p:spPr/>
        <p:txBody>
          <a:bodyPr/>
          <a:lstStyle/>
          <a:p>
            <a:endParaRPr lang="en-DK"/>
          </a:p>
        </p:txBody>
      </p:sp>
      <p:sp>
        <p:nvSpPr>
          <p:cNvPr id="6" name="Slide Number Placeholder 5">
            <a:extLst>
              <a:ext uri="{FF2B5EF4-FFF2-40B4-BE49-F238E27FC236}">
                <a16:creationId xmlns:a16="http://schemas.microsoft.com/office/drawing/2014/main" id="{F7745FA3-99FA-4BB0-8913-2E590AEE2B34}"/>
              </a:ext>
            </a:extLst>
          </p:cNvPr>
          <p:cNvSpPr>
            <a:spLocks noGrp="1"/>
          </p:cNvSpPr>
          <p:nvPr>
            <p:ph type="sldNum" sz="quarter" idx="12"/>
          </p:nvPr>
        </p:nvSpPr>
        <p:spPr/>
        <p:txBody>
          <a:bodyPr/>
          <a:lstStyle/>
          <a:p>
            <a:fld id="{77A60718-B2F0-4B6A-9E43-85E6FB467A54}" type="slidenum">
              <a:rPr lang="en-DK" smtClean="0"/>
              <a:t>‹#›</a:t>
            </a:fld>
            <a:endParaRPr lang="en-DK"/>
          </a:p>
        </p:txBody>
      </p:sp>
    </p:spTree>
    <p:extLst>
      <p:ext uri="{BB962C8B-B14F-4D97-AF65-F5344CB8AC3E}">
        <p14:creationId xmlns:p14="http://schemas.microsoft.com/office/powerpoint/2010/main" val="10896760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6EE87B-9485-0D59-CED9-FFFF5C42A3B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DK"/>
          </a:p>
        </p:txBody>
      </p:sp>
      <p:sp>
        <p:nvSpPr>
          <p:cNvPr id="3" name="Text Placeholder 2">
            <a:extLst>
              <a:ext uri="{FF2B5EF4-FFF2-40B4-BE49-F238E27FC236}">
                <a16:creationId xmlns:a16="http://schemas.microsoft.com/office/drawing/2014/main" id="{35442B34-73F3-B69B-6F03-4DA12466174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521A731-6C11-8EA9-3A25-8960AA247062}"/>
              </a:ext>
            </a:extLst>
          </p:cNvPr>
          <p:cNvSpPr>
            <a:spLocks noGrp="1"/>
          </p:cNvSpPr>
          <p:nvPr>
            <p:ph type="dt" sz="half" idx="10"/>
          </p:nvPr>
        </p:nvSpPr>
        <p:spPr/>
        <p:txBody>
          <a:bodyPr/>
          <a:lstStyle/>
          <a:p>
            <a:fld id="{1163FC60-485B-4641-9E75-655267AD398B}" type="datetimeFigureOut">
              <a:rPr lang="en-DK" smtClean="0"/>
              <a:t>04/12/2025</a:t>
            </a:fld>
            <a:endParaRPr lang="en-DK"/>
          </a:p>
        </p:txBody>
      </p:sp>
      <p:sp>
        <p:nvSpPr>
          <p:cNvPr id="5" name="Footer Placeholder 4">
            <a:extLst>
              <a:ext uri="{FF2B5EF4-FFF2-40B4-BE49-F238E27FC236}">
                <a16:creationId xmlns:a16="http://schemas.microsoft.com/office/drawing/2014/main" id="{BC05E4A0-FB96-918E-B1F0-E866ECE6B2D3}"/>
              </a:ext>
            </a:extLst>
          </p:cNvPr>
          <p:cNvSpPr>
            <a:spLocks noGrp="1"/>
          </p:cNvSpPr>
          <p:nvPr>
            <p:ph type="ftr" sz="quarter" idx="11"/>
          </p:nvPr>
        </p:nvSpPr>
        <p:spPr/>
        <p:txBody>
          <a:bodyPr/>
          <a:lstStyle/>
          <a:p>
            <a:endParaRPr lang="en-DK"/>
          </a:p>
        </p:txBody>
      </p:sp>
      <p:sp>
        <p:nvSpPr>
          <p:cNvPr id="6" name="Slide Number Placeholder 5">
            <a:extLst>
              <a:ext uri="{FF2B5EF4-FFF2-40B4-BE49-F238E27FC236}">
                <a16:creationId xmlns:a16="http://schemas.microsoft.com/office/drawing/2014/main" id="{8490D331-DE3D-09C4-89F0-830C29BF636A}"/>
              </a:ext>
            </a:extLst>
          </p:cNvPr>
          <p:cNvSpPr>
            <a:spLocks noGrp="1"/>
          </p:cNvSpPr>
          <p:nvPr>
            <p:ph type="sldNum" sz="quarter" idx="12"/>
          </p:nvPr>
        </p:nvSpPr>
        <p:spPr/>
        <p:txBody>
          <a:bodyPr/>
          <a:lstStyle/>
          <a:p>
            <a:fld id="{77A60718-B2F0-4B6A-9E43-85E6FB467A54}" type="slidenum">
              <a:rPr lang="en-DK" smtClean="0"/>
              <a:t>‹#›</a:t>
            </a:fld>
            <a:endParaRPr lang="en-DK"/>
          </a:p>
        </p:txBody>
      </p:sp>
    </p:spTree>
    <p:extLst>
      <p:ext uri="{BB962C8B-B14F-4D97-AF65-F5344CB8AC3E}">
        <p14:creationId xmlns:p14="http://schemas.microsoft.com/office/powerpoint/2010/main" val="39484459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B3491D-4590-484F-E491-C60C6528CDF3}"/>
              </a:ext>
            </a:extLst>
          </p:cNvPr>
          <p:cNvSpPr>
            <a:spLocks noGrp="1"/>
          </p:cNvSpPr>
          <p:nvPr>
            <p:ph type="title"/>
          </p:nvPr>
        </p:nvSpPr>
        <p:spPr/>
        <p:txBody>
          <a:bodyPr/>
          <a:lstStyle/>
          <a:p>
            <a:r>
              <a:rPr lang="en-US"/>
              <a:t>Click to edit Master title style</a:t>
            </a:r>
            <a:endParaRPr lang="en-DK"/>
          </a:p>
        </p:txBody>
      </p:sp>
      <p:sp>
        <p:nvSpPr>
          <p:cNvPr id="3" name="Content Placeholder 2">
            <a:extLst>
              <a:ext uri="{FF2B5EF4-FFF2-40B4-BE49-F238E27FC236}">
                <a16:creationId xmlns:a16="http://schemas.microsoft.com/office/drawing/2014/main" id="{615F2EE9-342D-08DD-06D2-EBE0B927E84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K"/>
          </a:p>
        </p:txBody>
      </p:sp>
      <p:sp>
        <p:nvSpPr>
          <p:cNvPr id="4" name="Content Placeholder 3">
            <a:extLst>
              <a:ext uri="{FF2B5EF4-FFF2-40B4-BE49-F238E27FC236}">
                <a16:creationId xmlns:a16="http://schemas.microsoft.com/office/drawing/2014/main" id="{EFD2B55C-160F-400E-B773-DEB7B782FC7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K"/>
          </a:p>
        </p:txBody>
      </p:sp>
      <p:sp>
        <p:nvSpPr>
          <p:cNvPr id="5" name="Date Placeholder 4">
            <a:extLst>
              <a:ext uri="{FF2B5EF4-FFF2-40B4-BE49-F238E27FC236}">
                <a16:creationId xmlns:a16="http://schemas.microsoft.com/office/drawing/2014/main" id="{64BF1742-DFAC-DE57-2EA9-D8F6F8551777}"/>
              </a:ext>
            </a:extLst>
          </p:cNvPr>
          <p:cNvSpPr>
            <a:spLocks noGrp="1"/>
          </p:cNvSpPr>
          <p:nvPr>
            <p:ph type="dt" sz="half" idx="10"/>
          </p:nvPr>
        </p:nvSpPr>
        <p:spPr/>
        <p:txBody>
          <a:bodyPr/>
          <a:lstStyle/>
          <a:p>
            <a:fld id="{1163FC60-485B-4641-9E75-655267AD398B}" type="datetimeFigureOut">
              <a:rPr lang="en-DK" smtClean="0"/>
              <a:t>04/12/2025</a:t>
            </a:fld>
            <a:endParaRPr lang="en-DK"/>
          </a:p>
        </p:txBody>
      </p:sp>
      <p:sp>
        <p:nvSpPr>
          <p:cNvPr id="6" name="Footer Placeholder 5">
            <a:extLst>
              <a:ext uri="{FF2B5EF4-FFF2-40B4-BE49-F238E27FC236}">
                <a16:creationId xmlns:a16="http://schemas.microsoft.com/office/drawing/2014/main" id="{B1DDBF3B-5001-FD1C-0013-62D052649289}"/>
              </a:ext>
            </a:extLst>
          </p:cNvPr>
          <p:cNvSpPr>
            <a:spLocks noGrp="1"/>
          </p:cNvSpPr>
          <p:nvPr>
            <p:ph type="ftr" sz="quarter" idx="11"/>
          </p:nvPr>
        </p:nvSpPr>
        <p:spPr/>
        <p:txBody>
          <a:bodyPr/>
          <a:lstStyle/>
          <a:p>
            <a:endParaRPr lang="en-DK"/>
          </a:p>
        </p:txBody>
      </p:sp>
      <p:sp>
        <p:nvSpPr>
          <p:cNvPr id="7" name="Slide Number Placeholder 6">
            <a:extLst>
              <a:ext uri="{FF2B5EF4-FFF2-40B4-BE49-F238E27FC236}">
                <a16:creationId xmlns:a16="http://schemas.microsoft.com/office/drawing/2014/main" id="{DED45D4B-5157-3BBB-53BD-E59DCFE247C3}"/>
              </a:ext>
            </a:extLst>
          </p:cNvPr>
          <p:cNvSpPr>
            <a:spLocks noGrp="1"/>
          </p:cNvSpPr>
          <p:nvPr>
            <p:ph type="sldNum" sz="quarter" idx="12"/>
          </p:nvPr>
        </p:nvSpPr>
        <p:spPr/>
        <p:txBody>
          <a:bodyPr/>
          <a:lstStyle/>
          <a:p>
            <a:fld id="{77A60718-B2F0-4B6A-9E43-85E6FB467A54}" type="slidenum">
              <a:rPr lang="en-DK" smtClean="0"/>
              <a:t>‹#›</a:t>
            </a:fld>
            <a:endParaRPr lang="en-DK"/>
          </a:p>
        </p:txBody>
      </p:sp>
    </p:spTree>
    <p:extLst>
      <p:ext uri="{BB962C8B-B14F-4D97-AF65-F5344CB8AC3E}">
        <p14:creationId xmlns:p14="http://schemas.microsoft.com/office/powerpoint/2010/main" val="26563078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DE5717-5273-A51F-11DF-A7C50B33BDC4}"/>
              </a:ext>
            </a:extLst>
          </p:cNvPr>
          <p:cNvSpPr>
            <a:spLocks noGrp="1"/>
          </p:cNvSpPr>
          <p:nvPr>
            <p:ph type="title"/>
          </p:nvPr>
        </p:nvSpPr>
        <p:spPr>
          <a:xfrm>
            <a:off x="839788" y="365125"/>
            <a:ext cx="10515600" cy="1325563"/>
          </a:xfrm>
        </p:spPr>
        <p:txBody>
          <a:bodyPr/>
          <a:lstStyle/>
          <a:p>
            <a:r>
              <a:rPr lang="en-US"/>
              <a:t>Click to edit Master title style</a:t>
            </a:r>
            <a:endParaRPr lang="en-DK"/>
          </a:p>
        </p:txBody>
      </p:sp>
      <p:sp>
        <p:nvSpPr>
          <p:cNvPr id="3" name="Text Placeholder 2">
            <a:extLst>
              <a:ext uri="{FF2B5EF4-FFF2-40B4-BE49-F238E27FC236}">
                <a16:creationId xmlns:a16="http://schemas.microsoft.com/office/drawing/2014/main" id="{856659C3-5C48-72E3-3F91-0A9B2C347B9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5905541-CC83-4410-AAF4-92C391F1458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K"/>
          </a:p>
        </p:txBody>
      </p:sp>
      <p:sp>
        <p:nvSpPr>
          <p:cNvPr id="5" name="Text Placeholder 4">
            <a:extLst>
              <a:ext uri="{FF2B5EF4-FFF2-40B4-BE49-F238E27FC236}">
                <a16:creationId xmlns:a16="http://schemas.microsoft.com/office/drawing/2014/main" id="{10690F54-49D9-D63F-52BB-C19A75E84D7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7AF7F5C-A416-C6A5-EF9F-FCD0A71E0F0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K"/>
          </a:p>
        </p:txBody>
      </p:sp>
      <p:sp>
        <p:nvSpPr>
          <p:cNvPr id="7" name="Date Placeholder 6">
            <a:extLst>
              <a:ext uri="{FF2B5EF4-FFF2-40B4-BE49-F238E27FC236}">
                <a16:creationId xmlns:a16="http://schemas.microsoft.com/office/drawing/2014/main" id="{B8188693-DD49-A243-3287-BB8DAEC0ADAA}"/>
              </a:ext>
            </a:extLst>
          </p:cNvPr>
          <p:cNvSpPr>
            <a:spLocks noGrp="1"/>
          </p:cNvSpPr>
          <p:nvPr>
            <p:ph type="dt" sz="half" idx="10"/>
          </p:nvPr>
        </p:nvSpPr>
        <p:spPr/>
        <p:txBody>
          <a:bodyPr/>
          <a:lstStyle/>
          <a:p>
            <a:fld id="{1163FC60-485B-4641-9E75-655267AD398B}" type="datetimeFigureOut">
              <a:rPr lang="en-DK" smtClean="0"/>
              <a:t>04/12/2025</a:t>
            </a:fld>
            <a:endParaRPr lang="en-DK"/>
          </a:p>
        </p:txBody>
      </p:sp>
      <p:sp>
        <p:nvSpPr>
          <p:cNvPr id="8" name="Footer Placeholder 7">
            <a:extLst>
              <a:ext uri="{FF2B5EF4-FFF2-40B4-BE49-F238E27FC236}">
                <a16:creationId xmlns:a16="http://schemas.microsoft.com/office/drawing/2014/main" id="{030A9211-AB65-00EE-FB80-591C3790A1CC}"/>
              </a:ext>
            </a:extLst>
          </p:cNvPr>
          <p:cNvSpPr>
            <a:spLocks noGrp="1"/>
          </p:cNvSpPr>
          <p:nvPr>
            <p:ph type="ftr" sz="quarter" idx="11"/>
          </p:nvPr>
        </p:nvSpPr>
        <p:spPr/>
        <p:txBody>
          <a:bodyPr/>
          <a:lstStyle/>
          <a:p>
            <a:endParaRPr lang="en-DK"/>
          </a:p>
        </p:txBody>
      </p:sp>
      <p:sp>
        <p:nvSpPr>
          <p:cNvPr id="9" name="Slide Number Placeholder 8">
            <a:extLst>
              <a:ext uri="{FF2B5EF4-FFF2-40B4-BE49-F238E27FC236}">
                <a16:creationId xmlns:a16="http://schemas.microsoft.com/office/drawing/2014/main" id="{C512457B-B3E2-E460-FE96-8327B606EAE2}"/>
              </a:ext>
            </a:extLst>
          </p:cNvPr>
          <p:cNvSpPr>
            <a:spLocks noGrp="1"/>
          </p:cNvSpPr>
          <p:nvPr>
            <p:ph type="sldNum" sz="quarter" idx="12"/>
          </p:nvPr>
        </p:nvSpPr>
        <p:spPr/>
        <p:txBody>
          <a:bodyPr/>
          <a:lstStyle/>
          <a:p>
            <a:fld id="{77A60718-B2F0-4B6A-9E43-85E6FB467A54}" type="slidenum">
              <a:rPr lang="en-DK" smtClean="0"/>
              <a:t>‹#›</a:t>
            </a:fld>
            <a:endParaRPr lang="en-DK"/>
          </a:p>
        </p:txBody>
      </p:sp>
    </p:spTree>
    <p:extLst>
      <p:ext uri="{BB962C8B-B14F-4D97-AF65-F5344CB8AC3E}">
        <p14:creationId xmlns:p14="http://schemas.microsoft.com/office/powerpoint/2010/main" val="30727629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F558A8-C05C-38FE-F324-7FFA41796C74}"/>
              </a:ext>
            </a:extLst>
          </p:cNvPr>
          <p:cNvSpPr>
            <a:spLocks noGrp="1"/>
          </p:cNvSpPr>
          <p:nvPr>
            <p:ph type="title"/>
          </p:nvPr>
        </p:nvSpPr>
        <p:spPr/>
        <p:txBody>
          <a:bodyPr/>
          <a:lstStyle/>
          <a:p>
            <a:r>
              <a:rPr lang="en-US"/>
              <a:t>Click to edit Master title style</a:t>
            </a:r>
            <a:endParaRPr lang="en-DK"/>
          </a:p>
        </p:txBody>
      </p:sp>
      <p:sp>
        <p:nvSpPr>
          <p:cNvPr id="3" name="Date Placeholder 2">
            <a:extLst>
              <a:ext uri="{FF2B5EF4-FFF2-40B4-BE49-F238E27FC236}">
                <a16:creationId xmlns:a16="http://schemas.microsoft.com/office/drawing/2014/main" id="{C55B1D1E-E2BA-A291-9172-FFC42F2862A4}"/>
              </a:ext>
            </a:extLst>
          </p:cNvPr>
          <p:cNvSpPr>
            <a:spLocks noGrp="1"/>
          </p:cNvSpPr>
          <p:nvPr>
            <p:ph type="dt" sz="half" idx="10"/>
          </p:nvPr>
        </p:nvSpPr>
        <p:spPr/>
        <p:txBody>
          <a:bodyPr/>
          <a:lstStyle/>
          <a:p>
            <a:fld id="{1163FC60-485B-4641-9E75-655267AD398B}" type="datetimeFigureOut">
              <a:rPr lang="en-DK" smtClean="0"/>
              <a:t>04/12/2025</a:t>
            </a:fld>
            <a:endParaRPr lang="en-DK"/>
          </a:p>
        </p:txBody>
      </p:sp>
      <p:sp>
        <p:nvSpPr>
          <p:cNvPr id="4" name="Footer Placeholder 3">
            <a:extLst>
              <a:ext uri="{FF2B5EF4-FFF2-40B4-BE49-F238E27FC236}">
                <a16:creationId xmlns:a16="http://schemas.microsoft.com/office/drawing/2014/main" id="{CFE9AC6F-7E34-A6A1-B782-EC5015000F1D}"/>
              </a:ext>
            </a:extLst>
          </p:cNvPr>
          <p:cNvSpPr>
            <a:spLocks noGrp="1"/>
          </p:cNvSpPr>
          <p:nvPr>
            <p:ph type="ftr" sz="quarter" idx="11"/>
          </p:nvPr>
        </p:nvSpPr>
        <p:spPr/>
        <p:txBody>
          <a:bodyPr/>
          <a:lstStyle/>
          <a:p>
            <a:endParaRPr lang="en-DK"/>
          </a:p>
        </p:txBody>
      </p:sp>
      <p:sp>
        <p:nvSpPr>
          <p:cNvPr id="5" name="Slide Number Placeholder 4">
            <a:extLst>
              <a:ext uri="{FF2B5EF4-FFF2-40B4-BE49-F238E27FC236}">
                <a16:creationId xmlns:a16="http://schemas.microsoft.com/office/drawing/2014/main" id="{EDD319A3-30D3-41CB-459A-B5F55B51493B}"/>
              </a:ext>
            </a:extLst>
          </p:cNvPr>
          <p:cNvSpPr>
            <a:spLocks noGrp="1"/>
          </p:cNvSpPr>
          <p:nvPr>
            <p:ph type="sldNum" sz="quarter" idx="12"/>
          </p:nvPr>
        </p:nvSpPr>
        <p:spPr/>
        <p:txBody>
          <a:bodyPr/>
          <a:lstStyle/>
          <a:p>
            <a:fld id="{77A60718-B2F0-4B6A-9E43-85E6FB467A54}" type="slidenum">
              <a:rPr lang="en-DK" smtClean="0"/>
              <a:t>‹#›</a:t>
            </a:fld>
            <a:endParaRPr lang="en-DK"/>
          </a:p>
        </p:txBody>
      </p:sp>
    </p:spTree>
    <p:extLst>
      <p:ext uri="{BB962C8B-B14F-4D97-AF65-F5344CB8AC3E}">
        <p14:creationId xmlns:p14="http://schemas.microsoft.com/office/powerpoint/2010/main" val="13540539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E573485-2E0E-45B4-EAE2-D2A7C0D0E38E}"/>
              </a:ext>
            </a:extLst>
          </p:cNvPr>
          <p:cNvSpPr>
            <a:spLocks noGrp="1"/>
          </p:cNvSpPr>
          <p:nvPr>
            <p:ph type="dt" sz="half" idx="10"/>
          </p:nvPr>
        </p:nvSpPr>
        <p:spPr/>
        <p:txBody>
          <a:bodyPr/>
          <a:lstStyle/>
          <a:p>
            <a:fld id="{1163FC60-485B-4641-9E75-655267AD398B}" type="datetimeFigureOut">
              <a:rPr lang="en-DK" smtClean="0"/>
              <a:t>04/12/2025</a:t>
            </a:fld>
            <a:endParaRPr lang="en-DK"/>
          </a:p>
        </p:txBody>
      </p:sp>
      <p:sp>
        <p:nvSpPr>
          <p:cNvPr id="3" name="Footer Placeholder 2">
            <a:extLst>
              <a:ext uri="{FF2B5EF4-FFF2-40B4-BE49-F238E27FC236}">
                <a16:creationId xmlns:a16="http://schemas.microsoft.com/office/drawing/2014/main" id="{55CA1A65-6329-4A87-23AF-93FE9635D73A}"/>
              </a:ext>
            </a:extLst>
          </p:cNvPr>
          <p:cNvSpPr>
            <a:spLocks noGrp="1"/>
          </p:cNvSpPr>
          <p:nvPr>
            <p:ph type="ftr" sz="quarter" idx="11"/>
          </p:nvPr>
        </p:nvSpPr>
        <p:spPr/>
        <p:txBody>
          <a:bodyPr/>
          <a:lstStyle/>
          <a:p>
            <a:endParaRPr lang="en-DK"/>
          </a:p>
        </p:txBody>
      </p:sp>
      <p:sp>
        <p:nvSpPr>
          <p:cNvPr id="4" name="Slide Number Placeholder 3">
            <a:extLst>
              <a:ext uri="{FF2B5EF4-FFF2-40B4-BE49-F238E27FC236}">
                <a16:creationId xmlns:a16="http://schemas.microsoft.com/office/drawing/2014/main" id="{CF673F5D-79FA-508D-123A-16A68D5B55C6}"/>
              </a:ext>
            </a:extLst>
          </p:cNvPr>
          <p:cNvSpPr>
            <a:spLocks noGrp="1"/>
          </p:cNvSpPr>
          <p:nvPr>
            <p:ph type="sldNum" sz="quarter" idx="12"/>
          </p:nvPr>
        </p:nvSpPr>
        <p:spPr/>
        <p:txBody>
          <a:bodyPr/>
          <a:lstStyle/>
          <a:p>
            <a:fld id="{77A60718-B2F0-4B6A-9E43-85E6FB467A54}" type="slidenum">
              <a:rPr lang="en-DK" smtClean="0"/>
              <a:t>‹#›</a:t>
            </a:fld>
            <a:endParaRPr lang="en-DK"/>
          </a:p>
        </p:txBody>
      </p:sp>
    </p:spTree>
    <p:extLst>
      <p:ext uri="{BB962C8B-B14F-4D97-AF65-F5344CB8AC3E}">
        <p14:creationId xmlns:p14="http://schemas.microsoft.com/office/powerpoint/2010/main" val="29743547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983508-425B-5F38-112A-DFE7AF4F9EA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DK"/>
          </a:p>
        </p:txBody>
      </p:sp>
      <p:sp>
        <p:nvSpPr>
          <p:cNvPr id="3" name="Content Placeholder 2">
            <a:extLst>
              <a:ext uri="{FF2B5EF4-FFF2-40B4-BE49-F238E27FC236}">
                <a16:creationId xmlns:a16="http://schemas.microsoft.com/office/drawing/2014/main" id="{E6970D91-05A2-FA0A-BB37-8A7026AF5BA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K"/>
          </a:p>
        </p:txBody>
      </p:sp>
      <p:sp>
        <p:nvSpPr>
          <p:cNvPr id="4" name="Text Placeholder 3">
            <a:extLst>
              <a:ext uri="{FF2B5EF4-FFF2-40B4-BE49-F238E27FC236}">
                <a16:creationId xmlns:a16="http://schemas.microsoft.com/office/drawing/2014/main" id="{C01DAC26-2CCB-F401-A3F6-D520809849E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C88B31F-BD32-7EA7-1BBE-90B3B14A20AB}"/>
              </a:ext>
            </a:extLst>
          </p:cNvPr>
          <p:cNvSpPr>
            <a:spLocks noGrp="1"/>
          </p:cNvSpPr>
          <p:nvPr>
            <p:ph type="dt" sz="half" idx="10"/>
          </p:nvPr>
        </p:nvSpPr>
        <p:spPr/>
        <p:txBody>
          <a:bodyPr/>
          <a:lstStyle/>
          <a:p>
            <a:fld id="{1163FC60-485B-4641-9E75-655267AD398B}" type="datetimeFigureOut">
              <a:rPr lang="en-DK" smtClean="0"/>
              <a:t>04/12/2025</a:t>
            </a:fld>
            <a:endParaRPr lang="en-DK"/>
          </a:p>
        </p:txBody>
      </p:sp>
      <p:sp>
        <p:nvSpPr>
          <p:cNvPr id="6" name="Footer Placeholder 5">
            <a:extLst>
              <a:ext uri="{FF2B5EF4-FFF2-40B4-BE49-F238E27FC236}">
                <a16:creationId xmlns:a16="http://schemas.microsoft.com/office/drawing/2014/main" id="{6A7A79C4-D684-F5CA-6FDD-CC2E0C890712}"/>
              </a:ext>
            </a:extLst>
          </p:cNvPr>
          <p:cNvSpPr>
            <a:spLocks noGrp="1"/>
          </p:cNvSpPr>
          <p:nvPr>
            <p:ph type="ftr" sz="quarter" idx="11"/>
          </p:nvPr>
        </p:nvSpPr>
        <p:spPr/>
        <p:txBody>
          <a:bodyPr/>
          <a:lstStyle/>
          <a:p>
            <a:endParaRPr lang="en-DK"/>
          </a:p>
        </p:txBody>
      </p:sp>
      <p:sp>
        <p:nvSpPr>
          <p:cNvPr id="7" name="Slide Number Placeholder 6">
            <a:extLst>
              <a:ext uri="{FF2B5EF4-FFF2-40B4-BE49-F238E27FC236}">
                <a16:creationId xmlns:a16="http://schemas.microsoft.com/office/drawing/2014/main" id="{21554ACA-E990-C646-5FCB-EF32992C8466}"/>
              </a:ext>
            </a:extLst>
          </p:cNvPr>
          <p:cNvSpPr>
            <a:spLocks noGrp="1"/>
          </p:cNvSpPr>
          <p:nvPr>
            <p:ph type="sldNum" sz="quarter" idx="12"/>
          </p:nvPr>
        </p:nvSpPr>
        <p:spPr/>
        <p:txBody>
          <a:bodyPr/>
          <a:lstStyle/>
          <a:p>
            <a:fld id="{77A60718-B2F0-4B6A-9E43-85E6FB467A54}" type="slidenum">
              <a:rPr lang="en-DK" smtClean="0"/>
              <a:t>‹#›</a:t>
            </a:fld>
            <a:endParaRPr lang="en-DK"/>
          </a:p>
        </p:txBody>
      </p:sp>
    </p:spTree>
    <p:extLst>
      <p:ext uri="{BB962C8B-B14F-4D97-AF65-F5344CB8AC3E}">
        <p14:creationId xmlns:p14="http://schemas.microsoft.com/office/powerpoint/2010/main" val="14097273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D39925-4546-E632-2C40-DCA0A0FB44C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DK"/>
          </a:p>
        </p:txBody>
      </p:sp>
      <p:sp>
        <p:nvSpPr>
          <p:cNvPr id="3" name="Picture Placeholder 2">
            <a:extLst>
              <a:ext uri="{FF2B5EF4-FFF2-40B4-BE49-F238E27FC236}">
                <a16:creationId xmlns:a16="http://schemas.microsoft.com/office/drawing/2014/main" id="{ADE8502C-A2A3-8508-9BE4-73C81A9EB64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DK"/>
          </a:p>
        </p:txBody>
      </p:sp>
      <p:sp>
        <p:nvSpPr>
          <p:cNvPr id="4" name="Text Placeholder 3">
            <a:extLst>
              <a:ext uri="{FF2B5EF4-FFF2-40B4-BE49-F238E27FC236}">
                <a16:creationId xmlns:a16="http://schemas.microsoft.com/office/drawing/2014/main" id="{18EC55F4-3AFD-A70D-6F30-70BF6679E27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FD795DC-5EDA-6E68-F53E-B1075D2D0EBD}"/>
              </a:ext>
            </a:extLst>
          </p:cNvPr>
          <p:cNvSpPr>
            <a:spLocks noGrp="1"/>
          </p:cNvSpPr>
          <p:nvPr>
            <p:ph type="dt" sz="half" idx="10"/>
          </p:nvPr>
        </p:nvSpPr>
        <p:spPr/>
        <p:txBody>
          <a:bodyPr/>
          <a:lstStyle/>
          <a:p>
            <a:fld id="{1163FC60-485B-4641-9E75-655267AD398B}" type="datetimeFigureOut">
              <a:rPr lang="en-DK" smtClean="0"/>
              <a:t>04/12/2025</a:t>
            </a:fld>
            <a:endParaRPr lang="en-DK"/>
          </a:p>
        </p:txBody>
      </p:sp>
      <p:sp>
        <p:nvSpPr>
          <p:cNvPr id="6" name="Footer Placeholder 5">
            <a:extLst>
              <a:ext uri="{FF2B5EF4-FFF2-40B4-BE49-F238E27FC236}">
                <a16:creationId xmlns:a16="http://schemas.microsoft.com/office/drawing/2014/main" id="{E64BD603-0EFE-0558-A8DD-A7ED4407971E}"/>
              </a:ext>
            </a:extLst>
          </p:cNvPr>
          <p:cNvSpPr>
            <a:spLocks noGrp="1"/>
          </p:cNvSpPr>
          <p:nvPr>
            <p:ph type="ftr" sz="quarter" idx="11"/>
          </p:nvPr>
        </p:nvSpPr>
        <p:spPr/>
        <p:txBody>
          <a:bodyPr/>
          <a:lstStyle/>
          <a:p>
            <a:endParaRPr lang="en-DK"/>
          </a:p>
        </p:txBody>
      </p:sp>
      <p:sp>
        <p:nvSpPr>
          <p:cNvPr id="7" name="Slide Number Placeholder 6">
            <a:extLst>
              <a:ext uri="{FF2B5EF4-FFF2-40B4-BE49-F238E27FC236}">
                <a16:creationId xmlns:a16="http://schemas.microsoft.com/office/drawing/2014/main" id="{3C62AAFE-D12D-D01D-84ED-6E10314A06BC}"/>
              </a:ext>
            </a:extLst>
          </p:cNvPr>
          <p:cNvSpPr>
            <a:spLocks noGrp="1"/>
          </p:cNvSpPr>
          <p:nvPr>
            <p:ph type="sldNum" sz="quarter" idx="12"/>
          </p:nvPr>
        </p:nvSpPr>
        <p:spPr/>
        <p:txBody>
          <a:bodyPr/>
          <a:lstStyle/>
          <a:p>
            <a:fld id="{77A60718-B2F0-4B6A-9E43-85E6FB467A54}" type="slidenum">
              <a:rPr lang="en-DK" smtClean="0"/>
              <a:t>‹#›</a:t>
            </a:fld>
            <a:endParaRPr lang="en-DK"/>
          </a:p>
        </p:txBody>
      </p:sp>
    </p:spTree>
    <p:extLst>
      <p:ext uri="{BB962C8B-B14F-4D97-AF65-F5344CB8AC3E}">
        <p14:creationId xmlns:p14="http://schemas.microsoft.com/office/powerpoint/2010/main" val="29708748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880E81-DFE4-DAAD-B5CC-6B4337DCC6E6}"/>
              </a:ext>
            </a:extLst>
          </p:cNvPr>
          <p:cNvSpPr>
            <a:spLocks noGrp="1"/>
          </p:cNvSpPr>
          <p:nvPr>
            <p:ph type="title"/>
          </p:nvPr>
        </p:nvSpPr>
        <p:spPr/>
        <p:txBody>
          <a:bodyPr/>
          <a:lstStyle/>
          <a:p>
            <a:r>
              <a:rPr lang="en-US"/>
              <a:t>Click to edit Master title style</a:t>
            </a:r>
            <a:endParaRPr lang="en-DK"/>
          </a:p>
        </p:txBody>
      </p:sp>
      <p:sp>
        <p:nvSpPr>
          <p:cNvPr id="3" name="Vertical Text Placeholder 2">
            <a:extLst>
              <a:ext uri="{FF2B5EF4-FFF2-40B4-BE49-F238E27FC236}">
                <a16:creationId xmlns:a16="http://schemas.microsoft.com/office/drawing/2014/main" id="{36EA79E0-B159-E6E6-0B77-09D91326E13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K"/>
          </a:p>
        </p:txBody>
      </p:sp>
      <p:sp>
        <p:nvSpPr>
          <p:cNvPr id="4" name="Date Placeholder 3">
            <a:extLst>
              <a:ext uri="{FF2B5EF4-FFF2-40B4-BE49-F238E27FC236}">
                <a16:creationId xmlns:a16="http://schemas.microsoft.com/office/drawing/2014/main" id="{E36BE612-94DE-6DB4-737F-202E211C2EE5}"/>
              </a:ext>
            </a:extLst>
          </p:cNvPr>
          <p:cNvSpPr>
            <a:spLocks noGrp="1"/>
          </p:cNvSpPr>
          <p:nvPr>
            <p:ph type="dt" sz="half" idx="10"/>
          </p:nvPr>
        </p:nvSpPr>
        <p:spPr/>
        <p:txBody>
          <a:bodyPr/>
          <a:lstStyle/>
          <a:p>
            <a:fld id="{1163FC60-485B-4641-9E75-655267AD398B}" type="datetimeFigureOut">
              <a:rPr lang="en-DK" smtClean="0"/>
              <a:t>04/12/2025</a:t>
            </a:fld>
            <a:endParaRPr lang="en-DK"/>
          </a:p>
        </p:txBody>
      </p:sp>
      <p:sp>
        <p:nvSpPr>
          <p:cNvPr id="5" name="Footer Placeholder 4">
            <a:extLst>
              <a:ext uri="{FF2B5EF4-FFF2-40B4-BE49-F238E27FC236}">
                <a16:creationId xmlns:a16="http://schemas.microsoft.com/office/drawing/2014/main" id="{44018432-1CCF-F255-E5FF-8379E2E63717}"/>
              </a:ext>
            </a:extLst>
          </p:cNvPr>
          <p:cNvSpPr>
            <a:spLocks noGrp="1"/>
          </p:cNvSpPr>
          <p:nvPr>
            <p:ph type="ftr" sz="quarter" idx="11"/>
          </p:nvPr>
        </p:nvSpPr>
        <p:spPr/>
        <p:txBody>
          <a:bodyPr/>
          <a:lstStyle/>
          <a:p>
            <a:endParaRPr lang="en-DK"/>
          </a:p>
        </p:txBody>
      </p:sp>
      <p:sp>
        <p:nvSpPr>
          <p:cNvPr id="6" name="Slide Number Placeholder 5">
            <a:extLst>
              <a:ext uri="{FF2B5EF4-FFF2-40B4-BE49-F238E27FC236}">
                <a16:creationId xmlns:a16="http://schemas.microsoft.com/office/drawing/2014/main" id="{B6D4097B-DA43-06FD-7856-367F9056460D}"/>
              </a:ext>
            </a:extLst>
          </p:cNvPr>
          <p:cNvSpPr>
            <a:spLocks noGrp="1"/>
          </p:cNvSpPr>
          <p:nvPr>
            <p:ph type="sldNum" sz="quarter" idx="12"/>
          </p:nvPr>
        </p:nvSpPr>
        <p:spPr/>
        <p:txBody>
          <a:bodyPr/>
          <a:lstStyle/>
          <a:p>
            <a:fld id="{77A60718-B2F0-4B6A-9E43-85E6FB467A54}" type="slidenum">
              <a:rPr lang="en-DK" smtClean="0"/>
              <a:t>‹#›</a:t>
            </a:fld>
            <a:endParaRPr lang="en-DK"/>
          </a:p>
        </p:txBody>
      </p:sp>
    </p:spTree>
    <p:extLst>
      <p:ext uri="{BB962C8B-B14F-4D97-AF65-F5344CB8AC3E}">
        <p14:creationId xmlns:p14="http://schemas.microsoft.com/office/powerpoint/2010/main" val="20223299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B3DFF83-0EB0-E99F-012A-5258A3361C9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DK"/>
          </a:p>
        </p:txBody>
      </p:sp>
      <p:sp>
        <p:nvSpPr>
          <p:cNvPr id="3" name="Vertical Text Placeholder 2">
            <a:extLst>
              <a:ext uri="{FF2B5EF4-FFF2-40B4-BE49-F238E27FC236}">
                <a16:creationId xmlns:a16="http://schemas.microsoft.com/office/drawing/2014/main" id="{F44A041F-347E-562D-49C9-6BD204F5E81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K"/>
          </a:p>
        </p:txBody>
      </p:sp>
      <p:sp>
        <p:nvSpPr>
          <p:cNvPr id="4" name="Date Placeholder 3">
            <a:extLst>
              <a:ext uri="{FF2B5EF4-FFF2-40B4-BE49-F238E27FC236}">
                <a16:creationId xmlns:a16="http://schemas.microsoft.com/office/drawing/2014/main" id="{E8145552-1C83-5CBA-2974-717812658566}"/>
              </a:ext>
            </a:extLst>
          </p:cNvPr>
          <p:cNvSpPr>
            <a:spLocks noGrp="1"/>
          </p:cNvSpPr>
          <p:nvPr>
            <p:ph type="dt" sz="half" idx="10"/>
          </p:nvPr>
        </p:nvSpPr>
        <p:spPr/>
        <p:txBody>
          <a:bodyPr/>
          <a:lstStyle/>
          <a:p>
            <a:fld id="{1163FC60-485B-4641-9E75-655267AD398B}" type="datetimeFigureOut">
              <a:rPr lang="en-DK" smtClean="0"/>
              <a:t>04/12/2025</a:t>
            </a:fld>
            <a:endParaRPr lang="en-DK"/>
          </a:p>
        </p:txBody>
      </p:sp>
      <p:sp>
        <p:nvSpPr>
          <p:cNvPr id="5" name="Footer Placeholder 4">
            <a:extLst>
              <a:ext uri="{FF2B5EF4-FFF2-40B4-BE49-F238E27FC236}">
                <a16:creationId xmlns:a16="http://schemas.microsoft.com/office/drawing/2014/main" id="{98B3C510-76E1-58FD-1630-3CFFCED3310C}"/>
              </a:ext>
            </a:extLst>
          </p:cNvPr>
          <p:cNvSpPr>
            <a:spLocks noGrp="1"/>
          </p:cNvSpPr>
          <p:nvPr>
            <p:ph type="ftr" sz="quarter" idx="11"/>
          </p:nvPr>
        </p:nvSpPr>
        <p:spPr/>
        <p:txBody>
          <a:bodyPr/>
          <a:lstStyle/>
          <a:p>
            <a:endParaRPr lang="en-DK"/>
          </a:p>
        </p:txBody>
      </p:sp>
      <p:sp>
        <p:nvSpPr>
          <p:cNvPr id="6" name="Slide Number Placeholder 5">
            <a:extLst>
              <a:ext uri="{FF2B5EF4-FFF2-40B4-BE49-F238E27FC236}">
                <a16:creationId xmlns:a16="http://schemas.microsoft.com/office/drawing/2014/main" id="{76350518-D5EE-B4DB-AD26-C8697A961DB6}"/>
              </a:ext>
            </a:extLst>
          </p:cNvPr>
          <p:cNvSpPr>
            <a:spLocks noGrp="1"/>
          </p:cNvSpPr>
          <p:nvPr>
            <p:ph type="sldNum" sz="quarter" idx="12"/>
          </p:nvPr>
        </p:nvSpPr>
        <p:spPr/>
        <p:txBody>
          <a:bodyPr/>
          <a:lstStyle/>
          <a:p>
            <a:fld id="{77A60718-B2F0-4B6A-9E43-85E6FB467A54}" type="slidenum">
              <a:rPr lang="en-DK" smtClean="0"/>
              <a:t>‹#›</a:t>
            </a:fld>
            <a:endParaRPr lang="en-DK"/>
          </a:p>
        </p:txBody>
      </p:sp>
    </p:spTree>
    <p:extLst>
      <p:ext uri="{BB962C8B-B14F-4D97-AF65-F5344CB8AC3E}">
        <p14:creationId xmlns:p14="http://schemas.microsoft.com/office/powerpoint/2010/main" val="10733030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05E6893-E038-D9BA-0476-2995FEDE31A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DK"/>
          </a:p>
        </p:txBody>
      </p:sp>
      <p:sp>
        <p:nvSpPr>
          <p:cNvPr id="3" name="Text Placeholder 2">
            <a:extLst>
              <a:ext uri="{FF2B5EF4-FFF2-40B4-BE49-F238E27FC236}">
                <a16:creationId xmlns:a16="http://schemas.microsoft.com/office/drawing/2014/main" id="{4C35C93A-D44A-1177-4426-576504836D5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K"/>
          </a:p>
        </p:txBody>
      </p:sp>
      <p:sp>
        <p:nvSpPr>
          <p:cNvPr id="4" name="Date Placeholder 3">
            <a:extLst>
              <a:ext uri="{FF2B5EF4-FFF2-40B4-BE49-F238E27FC236}">
                <a16:creationId xmlns:a16="http://schemas.microsoft.com/office/drawing/2014/main" id="{D7A12683-9B42-6A32-C687-574FD709A71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163FC60-485B-4641-9E75-655267AD398B}" type="datetimeFigureOut">
              <a:rPr lang="en-DK" smtClean="0"/>
              <a:t>04/12/2025</a:t>
            </a:fld>
            <a:endParaRPr lang="en-DK"/>
          </a:p>
        </p:txBody>
      </p:sp>
      <p:sp>
        <p:nvSpPr>
          <p:cNvPr id="5" name="Footer Placeholder 4">
            <a:extLst>
              <a:ext uri="{FF2B5EF4-FFF2-40B4-BE49-F238E27FC236}">
                <a16:creationId xmlns:a16="http://schemas.microsoft.com/office/drawing/2014/main" id="{021458F2-E1BF-1FB1-3004-FC3F64C4BAD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DK"/>
          </a:p>
        </p:txBody>
      </p:sp>
      <p:sp>
        <p:nvSpPr>
          <p:cNvPr id="6" name="Slide Number Placeholder 5">
            <a:extLst>
              <a:ext uri="{FF2B5EF4-FFF2-40B4-BE49-F238E27FC236}">
                <a16:creationId xmlns:a16="http://schemas.microsoft.com/office/drawing/2014/main" id="{95F24A71-6828-473F-C3AA-6FDDE58AAF0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7A60718-B2F0-4B6A-9E43-85E6FB467A54}" type="slidenum">
              <a:rPr lang="en-DK" smtClean="0"/>
              <a:t>‹#›</a:t>
            </a:fld>
            <a:endParaRPr lang="en-DK"/>
          </a:p>
        </p:txBody>
      </p:sp>
    </p:spTree>
    <p:extLst>
      <p:ext uri="{BB962C8B-B14F-4D97-AF65-F5344CB8AC3E}">
        <p14:creationId xmlns:p14="http://schemas.microsoft.com/office/powerpoint/2010/main" val="205764960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626EE6-C64F-CA36-86F9-496B23139E81}"/>
              </a:ext>
            </a:extLst>
          </p:cNvPr>
          <p:cNvSpPr>
            <a:spLocks noGrp="1"/>
          </p:cNvSpPr>
          <p:nvPr>
            <p:ph type="ctrTitle"/>
          </p:nvPr>
        </p:nvSpPr>
        <p:spPr/>
        <p:txBody>
          <a:bodyPr/>
          <a:lstStyle/>
          <a:p>
            <a:r>
              <a:rPr lang="en-US" dirty="0"/>
              <a:t>Update</a:t>
            </a:r>
            <a:endParaRPr lang="en-DK" dirty="0"/>
          </a:p>
        </p:txBody>
      </p:sp>
    </p:spTree>
    <p:extLst>
      <p:ext uri="{BB962C8B-B14F-4D97-AF65-F5344CB8AC3E}">
        <p14:creationId xmlns:p14="http://schemas.microsoft.com/office/powerpoint/2010/main" val="27376486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11C711-18D8-7273-0C80-8B0DDFDB8EFD}"/>
              </a:ext>
            </a:extLst>
          </p:cNvPr>
          <p:cNvSpPr>
            <a:spLocks noGrp="1"/>
          </p:cNvSpPr>
          <p:nvPr>
            <p:ph type="title"/>
          </p:nvPr>
        </p:nvSpPr>
        <p:spPr>
          <a:xfrm>
            <a:off x="90263" y="73872"/>
            <a:ext cx="2846493" cy="4694555"/>
          </a:xfrm>
        </p:spPr>
        <p:txBody>
          <a:bodyPr>
            <a:normAutofit/>
          </a:bodyPr>
          <a:lstStyle/>
          <a:p>
            <a:r>
              <a:rPr lang="en-US" dirty="0"/>
              <a:t>TCN Model current training update last 40 epochs</a:t>
            </a:r>
            <a:endParaRPr lang="en-DK" dirty="0"/>
          </a:p>
        </p:txBody>
      </p:sp>
      <p:pic>
        <p:nvPicPr>
          <p:cNvPr id="7" name="Picture 6">
            <a:extLst>
              <a:ext uri="{FF2B5EF4-FFF2-40B4-BE49-F238E27FC236}">
                <a16:creationId xmlns:a16="http://schemas.microsoft.com/office/drawing/2014/main" id="{A6444719-12A9-BD87-5E47-E09E5D3F481A}"/>
              </a:ext>
            </a:extLst>
          </p:cNvPr>
          <p:cNvPicPr>
            <a:picLocks noChangeAspect="1"/>
          </p:cNvPicPr>
          <p:nvPr/>
        </p:nvPicPr>
        <p:blipFill>
          <a:blip r:embed="rId2"/>
          <a:stretch>
            <a:fillRect/>
          </a:stretch>
        </p:blipFill>
        <p:spPr>
          <a:xfrm>
            <a:off x="2997715" y="0"/>
            <a:ext cx="4432631" cy="6847626"/>
          </a:xfrm>
          <a:prstGeom prst="rect">
            <a:avLst/>
          </a:prstGeom>
        </p:spPr>
      </p:pic>
      <p:sp>
        <p:nvSpPr>
          <p:cNvPr id="8" name="Title 1">
            <a:extLst>
              <a:ext uri="{FF2B5EF4-FFF2-40B4-BE49-F238E27FC236}">
                <a16:creationId xmlns:a16="http://schemas.microsoft.com/office/drawing/2014/main" id="{E6E4DD0E-6190-8C3A-F502-BD8EF8F783FC}"/>
              </a:ext>
            </a:extLst>
          </p:cNvPr>
          <p:cNvSpPr txBox="1">
            <a:spLocks/>
          </p:cNvSpPr>
          <p:nvPr/>
        </p:nvSpPr>
        <p:spPr>
          <a:xfrm>
            <a:off x="7584956" y="0"/>
            <a:ext cx="4516781" cy="675978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DK" sz="1200" dirty="0"/>
          </a:p>
        </p:txBody>
      </p:sp>
      <p:sp>
        <p:nvSpPr>
          <p:cNvPr id="9" name="Title 1">
            <a:extLst>
              <a:ext uri="{FF2B5EF4-FFF2-40B4-BE49-F238E27FC236}">
                <a16:creationId xmlns:a16="http://schemas.microsoft.com/office/drawing/2014/main" id="{2926E531-7910-55DE-1060-8CE9564FAF68}"/>
              </a:ext>
            </a:extLst>
          </p:cNvPr>
          <p:cNvSpPr txBox="1">
            <a:spLocks/>
          </p:cNvSpPr>
          <p:nvPr/>
        </p:nvSpPr>
        <p:spPr>
          <a:xfrm>
            <a:off x="7499294" y="73872"/>
            <a:ext cx="4516781" cy="668591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t>This is the current regression model based on a TCN architecture. This was chosen as its ideally really good for recreating </a:t>
            </a:r>
            <a:r>
              <a:rPr lang="en-US" sz="2000" dirty="0" err="1"/>
              <a:t>realtime</a:t>
            </a:r>
            <a:r>
              <a:rPr lang="en-US" sz="2000" dirty="0"/>
              <a:t> signals like audio or in this case GNSS signals. We have had a model where we could improve the snr further than at around 0 </a:t>
            </a:r>
            <a:r>
              <a:rPr lang="en-US" sz="2000" dirty="0" err="1"/>
              <a:t>db</a:t>
            </a:r>
            <a:r>
              <a:rPr lang="en-US" sz="2000" dirty="0"/>
              <a:t> but that dataset was a lot easier than this one as it started around -2 dB snr instead of -14 dB so we are maybe hitting model complexity issues at the moment. We are trying different schedulers, weights, penalty functions like L1, L2, dropout. We have done a small signal processing chain </a:t>
            </a:r>
            <a:r>
              <a:rPr lang="en-US" sz="2000" dirty="0" err="1"/>
              <a:t>infront</a:t>
            </a:r>
            <a:r>
              <a:rPr lang="en-US" sz="2000" dirty="0"/>
              <a:t> to help the model </a:t>
            </a:r>
            <a:r>
              <a:rPr lang="en-US" sz="2000" dirty="0" err="1"/>
              <a:t>aswell</a:t>
            </a:r>
            <a:r>
              <a:rPr lang="en-US" sz="2000" dirty="0"/>
              <a:t> a small notch filter that should hit most of the energy in the jamming signal and then let the model remove the rest of the signal after the notch filter. </a:t>
            </a:r>
            <a:endParaRPr lang="en-DK" sz="2000" dirty="0"/>
          </a:p>
        </p:txBody>
      </p:sp>
    </p:spTree>
    <p:extLst>
      <p:ext uri="{BB962C8B-B14F-4D97-AF65-F5344CB8AC3E}">
        <p14:creationId xmlns:p14="http://schemas.microsoft.com/office/powerpoint/2010/main" val="9132402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33AB88-CCE4-96DC-A01C-ADA082B14B08}"/>
              </a:ext>
            </a:extLst>
          </p:cNvPr>
          <p:cNvSpPr>
            <a:spLocks noGrp="1"/>
          </p:cNvSpPr>
          <p:nvPr>
            <p:ph type="title"/>
          </p:nvPr>
        </p:nvSpPr>
        <p:spPr>
          <a:xfrm>
            <a:off x="404707" y="344805"/>
            <a:ext cx="5149427" cy="1325563"/>
          </a:xfrm>
        </p:spPr>
        <p:txBody>
          <a:bodyPr/>
          <a:lstStyle/>
          <a:p>
            <a:r>
              <a:rPr lang="en-US" dirty="0"/>
              <a:t>Classification model</a:t>
            </a:r>
            <a:endParaRPr lang="en-DK" dirty="0"/>
          </a:p>
        </p:txBody>
      </p:sp>
      <p:pic>
        <p:nvPicPr>
          <p:cNvPr id="9" name="Picture 8">
            <a:extLst>
              <a:ext uri="{FF2B5EF4-FFF2-40B4-BE49-F238E27FC236}">
                <a16:creationId xmlns:a16="http://schemas.microsoft.com/office/drawing/2014/main" id="{4FFCC364-16F0-4F32-3299-205EF8A35600}"/>
              </a:ext>
            </a:extLst>
          </p:cNvPr>
          <p:cNvPicPr>
            <a:picLocks noChangeAspect="1"/>
          </p:cNvPicPr>
          <p:nvPr/>
        </p:nvPicPr>
        <p:blipFill>
          <a:blip r:embed="rId2"/>
          <a:stretch>
            <a:fillRect/>
          </a:stretch>
        </p:blipFill>
        <p:spPr>
          <a:xfrm>
            <a:off x="5608320" y="519357"/>
            <a:ext cx="6583680" cy="5752913"/>
          </a:xfrm>
          <a:prstGeom prst="rect">
            <a:avLst/>
          </a:prstGeom>
        </p:spPr>
      </p:pic>
      <p:sp>
        <p:nvSpPr>
          <p:cNvPr id="10" name="Title 1">
            <a:extLst>
              <a:ext uri="{FF2B5EF4-FFF2-40B4-BE49-F238E27FC236}">
                <a16:creationId xmlns:a16="http://schemas.microsoft.com/office/drawing/2014/main" id="{F305E2FA-CEF7-94BA-295C-5F8F8C00432A}"/>
              </a:ext>
            </a:extLst>
          </p:cNvPr>
          <p:cNvSpPr txBox="1">
            <a:spLocks/>
          </p:cNvSpPr>
          <p:nvPr/>
        </p:nvSpPr>
        <p:spPr>
          <a:xfrm>
            <a:off x="252307" y="1770591"/>
            <a:ext cx="5149427" cy="456924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dirty="0"/>
              <a:t>Classification model is really good as you can see from the results and the typical classification metrics used. The model is based on a SVM architecture which proved most efficient given its size and computation load when running. AS the focus for the entire chain is still running in real time on a jetson nano on a larger drone like a recon drone.</a:t>
            </a:r>
            <a:endParaRPr lang="en-DK" sz="2000" dirty="0"/>
          </a:p>
        </p:txBody>
      </p:sp>
    </p:spTree>
    <p:extLst>
      <p:ext uri="{BB962C8B-B14F-4D97-AF65-F5344CB8AC3E}">
        <p14:creationId xmlns:p14="http://schemas.microsoft.com/office/powerpoint/2010/main" val="10203810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C19EB5-C978-3714-28FA-67C2F94C25E1}"/>
              </a:ext>
            </a:extLst>
          </p:cNvPr>
          <p:cNvSpPr>
            <a:spLocks noGrp="1"/>
          </p:cNvSpPr>
          <p:nvPr>
            <p:ph type="title"/>
          </p:nvPr>
        </p:nvSpPr>
        <p:spPr/>
        <p:txBody>
          <a:bodyPr/>
          <a:lstStyle/>
          <a:p>
            <a:r>
              <a:rPr lang="en-US" dirty="0"/>
              <a:t>Dataset</a:t>
            </a:r>
            <a:endParaRPr lang="en-DK" dirty="0"/>
          </a:p>
        </p:txBody>
      </p:sp>
      <p:sp>
        <p:nvSpPr>
          <p:cNvPr id="3" name="Content Placeholder 2">
            <a:extLst>
              <a:ext uri="{FF2B5EF4-FFF2-40B4-BE49-F238E27FC236}">
                <a16:creationId xmlns:a16="http://schemas.microsoft.com/office/drawing/2014/main" id="{33A2202F-F3C1-A03D-B3F0-8BD3C1CF11E5}"/>
              </a:ext>
            </a:extLst>
          </p:cNvPr>
          <p:cNvSpPr>
            <a:spLocks noGrp="1"/>
          </p:cNvSpPr>
          <p:nvPr>
            <p:ph idx="1"/>
          </p:nvPr>
        </p:nvSpPr>
        <p:spPr/>
        <p:txBody>
          <a:bodyPr/>
          <a:lstStyle/>
          <a:p>
            <a:r>
              <a:rPr lang="en-US" dirty="0"/>
              <a:t>The dataset is synthetically generated GPS L1 C/A code with a SNR value of -15 dB and a mix of jamming intensity between -10 and 20 dB compared to the signal power. So the jammer can be quite powerful and be quite </a:t>
            </a:r>
            <a:r>
              <a:rPr lang="en-US" dirty="0" err="1"/>
              <a:t>negliable</a:t>
            </a:r>
            <a:r>
              <a:rPr lang="en-US" dirty="0"/>
              <a:t> to simulate real world conditions in the testing conditions. The jammer type chosen is a </a:t>
            </a:r>
            <a:r>
              <a:rPr lang="en-US" dirty="0" err="1"/>
              <a:t>Sweepen</a:t>
            </a:r>
            <a:r>
              <a:rPr lang="en-US" dirty="0"/>
              <a:t> CW with a very wide bandwidth as that is most often used according to the literature we have read see the report for more info on this. The bandwidth is half the entire band so it infiltrates a lot of the signal which make the problem of cleaning the signal and detecting a lot harder than a simple narrow band cw. </a:t>
            </a:r>
            <a:endParaRPr lang="en-DK" dirty="0"/>
          </a:p>
        </p:txBody>
      </p:sp>
    </p:spTree>
    <p:extLst>
      <p:ext uri="{BB962C8B-B14F-4D97-AF65-F5344CB8AC3E}">
        <p14:creationId xmlns:p14="http://schemas.microsoft.com/office/powerpoint/2010/main" val="38920329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TotalTime>
  <Words>353</Words>
  <Application>Microsoft Office PowerPoint</Application>
  <PresentationFormat>Widescreen</PresentationFormat>
  <Paragraphs>7</Paragraphs>
  <Slides>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Aptos</vt:lpstr>
      <vt:lpstr>Aptos Display</vt:lpstr>
      <vt:lpstr>Arial</vt:lpstr>
      <vt:lpstr>Office Theme</vt:lpstr>
      <vt:lpstr>Update</vt:lpstr>
      <vt:lpstr>TCN Model current training update last 40 epochs</vt:lpstr>
      <vt:lpstr>Classification model</vt:lpstr>
      <vt:lpstr>Dataset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Niclas Alexander Pedersen</dc:creator>
  <cp:lastModifiedBy>Niclas Alexander Pedersen</cp:lastModifiedBy>
  <cp:revision>1</cp:revision>
  <dcterms:created xsi:type="dcterms:W3CDTF">2025-12-04T13:24:19Z</dcterms:created>
  <dcterms:modified xsi:type="dcterms:W3CDTF">2025-12-04T13:39:39Z</dcterms:modified>
</cp:coreProperties>
</file>